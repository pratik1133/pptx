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XYZ Finance Ltd Update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XYZ Finance Ltd | BUY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178.0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225.0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is delivering consistent secured-loan growth while preserving balance-sheet discipline and improving profitability.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XYZ Finance is delivering consistent secured-loan growth while preserving balance-sheet discipline and improving profitability.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Branch productivity is improving across newer cohorts.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Competitive intensity could pressure spreads.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XYZ Finance Ltd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Ltd is a diversified NBFC with a growing secured retail loan franchise and improving return ratios.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178.0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225.0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26.4%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Financial Trend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and profitability trends should be grounded in deterministic model outputs.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Summary Table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31200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39250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48500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58100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Risks And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Competitive intensity could pressure spreads.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Asset-quality normalization may take longer than expected.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Execution slippage in new geographies may slow disbursement momentum.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