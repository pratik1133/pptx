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347472"/>
            <a:ext cx="2468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05671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XYZ Finance Ltd Update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E5B4"/>
                </a:solidFill>
                <a:latin typeface="Calibri"/>
              </a:rPr>
              <a:t>XYZ Finance Ltd | 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97135" y="548640"/>
            <a:ext cx="1645920" cy="502920"/>
          </a:xfrm>
          <a:prstGeom prst="round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Rating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BUY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CMP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178.0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TP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225.0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Investment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XYZ Finance is delivering consistent secured-loan growth while preserving balance-sheet discipline and improving profitability.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417320"/>
            <a:ext cx="5882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XYZ Finance is delivering consistent secured-loan growth while preserving balance-sheet discipline and improving profitability.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Branch productivity is improving across newer cohorts.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Competitive intensity could pressure spreads.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XYZ Finance Ltd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XYZ Finance Ltd is a diversified NBFC with a growing secured retail loan franchise and improving return ratios.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CMP INR 178.0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1578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TP INR 225.0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8036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Upside 26.4%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Financial Trend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Revenue and profitability trends should be grounded in deterministic model outputs.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17320"/>
            <a:ext cx="66138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Revenue Summary Table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4173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1005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31200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39250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48500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58100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Risks And Catalysts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Competitive intensity could pressure spreads.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Asset-quality normalization may take longer than expected.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Execution slippage in new geographies may slow disbursement momentum.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Disclaimer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For internal research workflow validation only. Final legal disclaimer copy will be supplied from approved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