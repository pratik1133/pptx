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XYZ Finance Ltd Update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784"/>
                </a:solidFill>
                <a:latin typeface="Aptos"/>
              </a:rPr>
              <a:t>XYZ Finance Ltd |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Rating 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8479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 INR 178.0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68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 INR 225.0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XYZ Finance is delivering consistent secured-loan growth while preserving balance-sheet discipline and improving profitability.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XYZ Finance is delivering consistent secured-loan growth while preserving...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Branch productivity is improving across newer cohorts.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Competitive intensity could pressure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XYZ Finance Ltd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XYZ Finance Ltd is a diversified NBFC with a growing secured retail loan franchise and improving return ratios.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 INR 178.0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52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 INR 225.0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184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Upside 26.4%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Financial Trend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Revenue and profitability trends should be grounded in deterministic model outputs.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09728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Revenue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75895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</a:tblGrid>
              <a:tr h="93268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123B5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31200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FY25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39250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48500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FY27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58100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Risks And Catalysts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Competitive intensity could pressure spreads.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Asset-quality normalization may take longer than expected.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Execution slippage in new geographies may slow disbursement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