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ABC Ltd Initiation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ABC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₹420.0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₹515.0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ABC Ltd is emerging as a scaled specialty chemicals platform with improving mix, stronger export penetration, and disciplined capac...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Demand visibility remains healthy across key end markets.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Margin profile is improving due to mix and backward integration.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Management execution has been steady across prior capex cycles.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Delays in utilization ramp-up may push out earnings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ABC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a specialty chemicals manufacturer focused on export-led growth and margin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₹420.0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₹515.0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trajectory across the forecast period reflects mix shift and AUM scale-up.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Annual Financial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₹19,800.0 Cr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₹23,500.0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₹28,500.0 Cr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₹33,450.0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Key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Delays in utilization ramp-up may push out earnings conversion.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