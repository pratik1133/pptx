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ABC Ltd Initiation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784"/>
                </a:solidFill>
                <a:latin typeface="Aptos"/>
              </a:rPr>
              <a:t>ABC Ltd |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2392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Rating
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8479" y="5029200"/>
            <a:ext cx="2392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CMP
INR 420.0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6880" y="5029200"/>
            <a:ext cx="2392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TP
INR 515.0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ABC Ltd is emerging as a scaled specialty chemicals platform with improving mix, stronger export penetration, and disciplined capacity expansion.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ABC Ltd is emerging as a scaled specialty chemicals platform with improving mix, stronger export penetration, and disciplined capacity expansion.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Demand visibility remains healthy across key end markets.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Raw material volatility could pressure gross margins.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ABC Ltd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ABC Ltd is a specialty chemicals manufacturer focused on export-led growth and margin expansion.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280160"/>
            <a:ext cx="99059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CMP
INR 420.0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65520" y="1280160"/>
            <a:ext cx="99059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TP
INR 515.0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1840" y="1280160"/>
            <a:ext cx="99059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B5D"/>
                </a:solidFill>
                <a:latin typeface="Aptos"/>
              </a:rPr>
              <a:t>Upside
22.6%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Financial Trend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Revenue and profitability trends should be grounded in deterministic model outputs.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097280"/>
            <a:ext cx="4297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Revenue Summary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75895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</a:tblGrid>
              <a:tr h="93268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ptos"/>
                        </a:rPr>
                        <a:t>Period</a:t>
                      </a:r>
                    </a:p>
                  </a:txBody>
                  <a:tcPr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>
                    <a:solidFill>
                      <a:srgbClr val="123B5D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19800</a:t>
                      </a:r>
                    </a:p>
                  </a:txBody>
                  <a:tcPr/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FY25</a:t>
                      </a:r>
                    </a:p>
                  </a:txBody>
                  <a:tcPr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23500</a:t>
                      </a:r>
                    </a:p>
                  </a:txBody>
                  <a:tcPr>
                    <a:solidFill>
                      <a:srgbClr val="F7F5F0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FY26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28500</a:t>
                      </a:r>
                    </a:p>
                  </a:txBody>
                  <a:tcPr/>
                </a:tc>
              </a:tr>
              <a:tr h="932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FY27</a:t>
                      </a:r>
                    </a:p>
                  </a:txBody>
                  <a:tcPr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  <a:latin typeface="Aptos"/>
                        </a:rPr>
                        <a:t>33450</a:t>
                      </a:r>
                    </a:p>
                  </a:txBody>
                  <a:tcPr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Risks And Catalysts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Raw material volatility could pressure gross margins.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Delays in utilization ramp-up may push out earnings conversion.</a:t>
            </a:r>
          </a:p>
          <a:p>
            <a:pPr/>
            <a:r>
              <a:rPr sz="1200" b="0">
                <a:solidFill>
                  <a:srgbClr val="1F2A33"/>
                </a:solidFill>
                <a:latin typeface="Aptos"/>
              </a:rPr>
              <a:t>- - Export demand softness could affect near-term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B5D"/>
                </a:solidFill>
                <a:latin typeface="Aptos Display"/>
              </a:rPr>
              <a:t>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A33"/>
                </a:solidFill>
                <a:latin typeface="Aptos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