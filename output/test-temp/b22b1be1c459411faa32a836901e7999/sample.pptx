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77190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91695" cy="5486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2056718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44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ABC Ltd Initiation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E5B4"/>
                </a:solidFill>
                <a:latin typeface="Calibri"/>
              </a:rPr>
              <a:t>ABC Ltd | BUY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97135" y="548640"/>
            <a:ext cx="1645920" cy="502920"/>
          </a:xfrm>
          <a:prstGeom prst="roundRect">
            <a:avLst/>
          </a:prstGeom>
          <a:solidFill>
            <a:srgbClr val="1B7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Rating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BUY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CMP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420.0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5074920"/>
            <a:ext cx="3515258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/>
          <a:lstStyle/>
          <a:p>
            <a:pPr algn="ctr"/>
            <a:r>
              <a:rPr sz="1100" b="0">
                <a:solidFill>
                  <a:srgbClr val="5A6573"/>
                </a:solidFill>
                <a:latin typeface="Calibri"/>
              </a:rPr>
              <a:t>TP</a:t>
            </a:r>
          </a:p>
          <a:p>
            <a:pPr algn="ctr"/>
            <a:r>
              <a:rPr sz="2000" b="1">
                <a:solidFill>
                  <a:srgbClr val="1F4690"/>
                </a:solidFill>
                <a:latin typeface="Calibri"/>
              </a:rPr>
              <a:t>INR 515.0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2 of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Investment 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ABC Ltd is emerging as a scaled specialty chemicals platform with improving mix, stronger export penetration, and disciplined capacity expansion.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417320"/>
            <a:ext cx="58823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ABC Ltd is emerging as a scaled specialty chemicals platform with improving mix, stronger export penetration, and disciplined capac...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Demand visibility remains healthy across key end markets.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Raw material volatility could pressure gross margins.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3 of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ABC Ltd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ABC Ltd is a specialty chemicals manufacturer focused on export-led growth and margin expansion.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CMP INR 420.0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1578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TP INR 515.0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48036" y="1417320"/>
            <a:ext cx="164073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690"/>
                </a:solidFill>
                <a:latin typeface="Calibri"/>
              </a:rPr>
              <a:t>Upside 22.6%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4 of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Financial Trend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Revenue and profitability trends should be grounded in deterministic model outputs.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17320"/>
            <a:ext cx="66138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5 of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Revenue Summary Table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173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100584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4690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19800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23500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28500</a:t>
                      </a:r>
                    </a:p>
                  </a:txBody>
                  <a:tcPr/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FY27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11111"/>
                          </a:solidFill>
                          <a:latin typeface="Calibri"/>
                        </a:rPr>
                        <a:t>33450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6 of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Risks And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Raw material volatility could pressure gross margins.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Delays in utilization ramp-up may push out earnings conversion.</a:t>
            </a:r>
          </a:p>
          <a:p>
            <a:pPr/>
            <a:r>
              <a:rPr sz="1100" b="0">
                <a:solidFill>
                  <a:srgbClr val="111111"/>
                </a:solidFill>
                <a:latin typeface="Calibri"/>
              </a:rPr>
              <a:t>- - Export demand softness could affect near-term growth.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"/>
            <a:ext cx="119663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76895" y="0"/>
            <a:ext cx="3657600" cy="41148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ABC  |  Jane Doe  |  2026-04-28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905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905695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Tikona Capital | SEBI Registration No.: INH000069807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537960"/>
            <a:ext cx="1371600" cy="320040"/>
          </a:xfrm>
          <a:prstGeom prst="rect">
            <a:avLst/>
          </a:prstGeom>
          <a:noFill/>
        </p:spPr>
        <p:txBody>
          <a:bodyPr wrap="none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Page 7 of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4690"/>
                </a:solidFill>
                <a:latin typeface="Calibri"/>
              </a:rPr>
              <a:t>Disclaimer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111"/>
                </a:solidFill>
                <a:latin typeface="Calibri"/>
              </a:rPr>
              <a:t>For internal research workflow validation only. Final legal disclaimer copy will be supplied from approved assets.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