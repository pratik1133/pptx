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77190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71900"/>
            <a:ext cx="12191695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347472"/>
            <a:ext cx="246888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2056718" cy="502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944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ABC Ltd Initiation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E5B4"/>
                </a:solidFill>
                <a:latin typeface="Calibri"/>
              </a:rPr>
              <a:t>ABC Ltd | BUY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97135" y="548640"/>
            <a:ext cx="1645920" cy="502920"/>
          </a:xfrm>
          <a:prstGeom prst="round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Rating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BUY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CMP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INR 420.0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TP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INR 515.0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Investment 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ABC Ltd is emerging as a scaled specialty chemicals platform with improving mix, stronger export penetration, and disciplined capacity expansion.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417320"/>
            <a:ext cx="58823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ABC Ltd is emerging as a scaled specialty chemicals platform with improving mix, stronger export penetration, and disciplined capac...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Demand visibility remains healthy across key end markets.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Margin profile is improving due to mix and backward integration.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Management execution has been steady across prior capex cycles.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Raw material volatility could pressure gross margins.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ABC Ltd 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ABC Ltd is a specialty chemicals manufacturer focused on export-led growth and margin expansion.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CMP INR 420.0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1578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TP INR 515.0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48036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Upside 22.6%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Financial Trend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Revenue and profitability trends are grounded in deterministic model outputs.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417320"/>
            <a:ext cx="661385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Revenue Summary Table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41732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10058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>
                    <a:solidFill>
                      <a:srgbClr val="1F46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F469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19800.0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23500.0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28500.0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33450.0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Risks And Catalysts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Raw material volatility could pressure gross margins.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Delays in utilization ramp-up may push out earnings conversion.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Export demand softness could affect near-term growth.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Disclaimer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For internal research workflow validation only. Final legal disclaimer copy will be supplied from approved assets.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