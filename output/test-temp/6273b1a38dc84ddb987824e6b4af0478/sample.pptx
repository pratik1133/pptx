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Initiation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784"/>
                </a:solidFill>
                <a:latin typeface="Aptos"/>
              </a:rPr>
              <a:t>ABC Ltd |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Rating 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8479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 INR 420.0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68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 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ABC Ltd is emerging as a scaled specialty chemicals platform with improvi...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Demand visibility remains healthy across key end markets.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a specialty chemicals manufacturer focused on export-led growth and margin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 INR 420.0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52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 INR 515.0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184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Financial Trend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Revenue and profitability trends should be grounded in deterministic model outputs.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09728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Revenue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75895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9326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19800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FY25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23500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28500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FY27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33450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Risks And Catalysts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Delays in utilization ramp-up may push out earnings conversion.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