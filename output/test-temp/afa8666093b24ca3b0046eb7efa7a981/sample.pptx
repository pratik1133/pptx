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ABC Ltd Initiation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ABC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420.0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ABC Ltd is emerging as a scaled specialty chemicals platform with improving mix, stronger export penetration, and disciplined capac...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Demand visibility remains healthy across key end markets.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Margin profile is improving due to mix and backward integration.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Management execution has been steady across prior capex cycles.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ABC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a specialty chemicals manufacturer focused on export-led growth and margin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420.0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515.0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trajectory across FY22A–FY28E reflects post-FY22 step-up driven by ARR-led mix shift and AUM scale-up.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Annual Financial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Revenue (INR Cr)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19800.0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23500.0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28500.0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33450.0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Key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