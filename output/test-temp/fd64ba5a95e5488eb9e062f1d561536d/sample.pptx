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ABC Ltd Initiation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784"/>
                </a:solidFill>
                <a:latin typeface="Aptos"/>
              </a:rPr>
              <a:t>ABC Ltd |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Rating
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8479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
INR 420.0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68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
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ABC Ltd is emerging as a scaled specialty chemicals platform with improving mix, stronger export penetration, and disciplined capacity expansion.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Demand visibility remains healthy across key end markets.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Raw material volatility could pressure gross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ABC Ltd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ABC Ltd is a specialty chemicals manufacturer focused on export-led growth and margin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
INR 420.0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52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
INR 515.0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184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Upside
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Financial Trend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Revenue and profitability trends should be grounded in deterministic model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097280"/>
            <a:ext cx="4297680" cy="4389120"/>
          </a:xfrm>
          <a:prstGeom prst="roundRect">
            <a:avLst/>
          </a:prstGeom>
          <a:solidFill>
            <a:srgbClr val="2B6C8E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Chart Placeholder
Revenue Trend
bar: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Risks And Catalysts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Raw material volatility could pressure gross margins.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Delays in utilization ramp-up may push out earnings conversion.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Export demand softness could affect near-term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