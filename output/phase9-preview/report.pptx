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347472"/>
            <a:ext cx="24688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ABC Ltd Initiation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ABC Ltd |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420.0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ABC Ltd is emerging as a scaled specialty chemicals platform with improving mix, stronger export penetration, and disciplined capac...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Demand visibility remains healthy across key end markets.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Raw material volatility could pressure gross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ABC Ltd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a specialty chemicals manufacturer focused on export-led growth and margin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420.0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515.0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Financial Trend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and profitability trends should be grounded in deterministic model outputs.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Summary Table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19800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23500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28500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33450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Risks And Catalysts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Delays in utilization ramp-up may push out earnings conversion.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"/>
            <a:ext cx="1700784" cy="402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