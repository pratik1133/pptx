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XYZ Finance Ltd Update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XYZ Finance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178.0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225.0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is delivering consistent secured-loan growth while preserving balance-sheet discipline and improving profitability.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XYZ Finance is delivering consistent secured-loan growth while preserving balance-sheet discipline and improving profitability.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Branch productivity is improving across newer cohorts.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The secured mix is supporting credit-cost stability.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Funding access remains adequate for the next growth phase.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Competitive intensity could pressure spreads.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Asset-quality normalization may take longer than expected.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XYZ Finance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Ltd is a diversified NBFC with a growing secured retail loan franchise and improving return ratios.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178.0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225.0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26.4%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trajectory across the forecast period reflects mix shift and AUM scale-up.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Annual Financial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31200.0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39250.0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48500.0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58100.0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Key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Competitive intensity could pressure spreads.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Asset-quality normalization may take longer than expected.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Execution slippage in new geographies may slow disbursement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